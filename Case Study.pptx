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E7E5-E13E-22AE-2BEF-972F4727D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404E5-08C0-A3CB-2AB2-A043F691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8D278-97BB-42A7-F358-8DE1D9374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F1E28-9EB1-8CB4-46CB-ED229E37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FBD2A-CC32-D9F9-FD1C-918379C43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95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86CF2-7940-096A-6D01-3599FF98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9AFB-6AB3-FF3E-F533-4D9DACCD9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D5D27-BEFB-6FBE-5185-F737130A0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8B58F-9E04-7D91-16DF-85CBBA1D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DE0C6-9CAD-DE7E-96FB-E55A6ED7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83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C81B-B99C-2840-05BF-7FF549677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1E207-111A-3DF9-8A33-33C4AEA0F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C63D6-0784-6BA5-3BF6-7CABEB867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5422F-C526-217A-9B8B-F35964D3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782A6-5094-D9AE-5190-5C90D94D9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54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3FDEE-FB9C-F152-CE8C-6C76443F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64566-0CB2-DBCB-B465-4BD0A950E2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50C78-C7FD-EA29-9CED-1844B8B0D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8197C-6EC9-AD17-3C3D-4E1C512CC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E2F30-CCCA-FEB9-D215-534FDFC8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BE2D3-5F73-FEF5-1713-DEB6B8E5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509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E0059-9451-7151-AA34-D61CE0C2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5C676-86B0-B13A-E516-CDD8DA452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8D3F2-CDDB-B474-4765-BD45BF630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EE767-FA58-D798-D908-6B3AC957B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CDA76-C8ED-D4EC-9A36-8DB93AA17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729FCE-10EC-6307-DB19-FE1E7122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425753-D892-7895-4791-25159DCF2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30667-55C4-6A78-7048-1DF64113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00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7E4E4-1428-3E5C-62A0-3FB21D30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D0472E-2797-6DDC-1B33-C6461CE3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C9E2E-00C6-425D-0CB1-4D40A81B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71E91-842C-7404-FFDE-7A057251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4673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52D38-3BD7-EEFE-E981-BA53DE42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8B651A-41D3-9144-FDA9-2003232E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5212E-DD7F-BF54-A7D7-0A0E15F46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2248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1445E-A647-7065-447A-5D9BB1D35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9CB56-6FA3-5886-61A9-EAC7B9F55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04030-5C93-552D-D113-76808EE33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4221F-9152-12DF-F5C0-4678B4528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D68BB-20F7-9CB5-0538-C802BEE1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154EF-1CD0-E7E8-7E52-54F115E7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90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E9C98-78E1-FC23-6445-8D7E56D3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61924-4BEF-728A-DEC3-4F8A95E85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701F9-7A2C-7E4A-A0A9-BF52ACA75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36649-BC3A-4FA6-57E3-FC98AB8F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B9516-05DD-3B4D-CB0E-4F1E7C60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F07F2-4AB4-C32B-86BA-F53A77C8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518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C2F79-F7A0-1F43-1818-645D80A3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09017-18C4-5450-32BD-5CC17B9C2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F3A78-78AE-D585-CE24-43C465E2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F5FEE-8CEE-B55F-BB1A-812DA07FE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42394-DA55-1D07-7353-E0C5D993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11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5C5D0-7CA7-5B88-B72D-355318E5F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E4F6B-A498-50F5-A1C0-B87CBFF0E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BF731-71D3-E5AA-268B-6B7EFBCE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F29B5-1C35-1993-BCA8-BFA1B2C7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744C9-FDCE-3C24-57B9-0824BD99D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875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Tex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4"/>
          </p:nvPr>
        </p:nvSpPr>
        <p:spPr bwMode="gray">
          <a:xfrm>
            <a:off x="431800" y="1754505"/>
            <a:ext cx="11328400" cy="4457912"/>
          </a:xfrm>
        </p:spPr>
        <p:txBody>
          <a:bodyPr/>
          <a:lstStyle>
            <a:lvl1pPr>
              <a:spcBef>
                <a:spcPts val="400"/>
              </a:spcBef>
              <a:spcAft>
                <a:spcPts val="400"/>
              </a:spcAft>
              <a:defRPr b="0"/>
            </a:lvl1pPr>
            <a:lvl2pPr marL="239178" indent="-239178">
              <a:buFontTx/>
              <a:buBlip>
                <a:blip r:embed="rId3"/>
              </a:buBlip>
              <a:defRPr/>
            </a:lvl2pPr>
            <a:lvl3pPr marL="480472" indent="-241294">
              <a:buFontTx/>
              <a:buBlip>
                <a:blip r:embed="rId4"/>
              </a:buBlip>
              <a:defRPr/>
            </a:lvl3pPr>
            <a:lvl4pPr marL="717533" indent="-239178">
              <a:buFontTx/>
              <a:buBlip>
                <a:blip r:embed="rId5"/>
              </a:buBlip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fld id="{A4234B64-E9EB-45AC-AD33-541E4419FE59}" type="datetime1">
              <a:rPr lang="en-GB" smtClean="0"/>
              <a:t>09/07/2025</a:t>
            </a:fld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GB" dirty="0"/>
              <a:t>Insert Presentation Title here "Insert &gt; Header and Footer &gt; Apply to All"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9ED11DFD-8460-42CF-BEFE-6F20DCD8CA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431801" y="1316566"/>
            <a:ext cx="11328399" cy="434765"/>
          </a:xfrm>
          <a:solidFill>
            <a:schemeClr val="bg1">
              <a:alpha val="0"/>
            </a:schemeClr>
          </a:solidFill>
        </p:spPr>
        <p:txBody>
          <a:bodyPr lIns="0" anchor="t" anchorCtr="0"/>
          <a:lstStyle>
            <a:lvl1pPr>
              <a:defRPr sz="1867" baseline="0">
                <a:solidFill>
                  <a:schemeClr val="tx2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lang="en-GB" sz="1867" b="1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lang="en-GB" sz="1867" b="1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>
              <a:buNone/>
              <a:defRPr lang="en-GB" sz="1867" b="1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>
              <a:buNone/>
              <a:defRPr lang="en-GB" sz="1867" b="1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>
              <a:buFont typeface="Arial" panose="020B0604020202020204" pitchFamily="34" charset="0"/>
              <a:buNone/>
              <a:defRPr lang="en-GB" sz="1867" b="1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>
              <a:buFont typeface="Arial" panose="020B0604020202020204" pitchFamily="34" charset="0"/>
              <a:buNone/>
              <a:defRPr lang="en-GB" sz="1867" b="1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>
              <a:buFont typeface="Arial" panose="020B0604020202020204" pitchFamily="34" charset="0"/>
              <a:buNone/>
              <a:defRPr lang="en-GB" sz="1867" b="1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>
              <a:buFont typeface="Arial" panose="020B0604020202020204" pitchFamily="34" charset="0"/>
              <a:buNone/>
              <a:defRPr lang="en-GB" sz="1867" b="1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Click to add subline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0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97D9B5F-0FAA-37F4-52FB-91CBFE3FCD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271776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837A0-2544-D994-1260-A7D894DF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D56FC-8226-FF31-57BB-0DABC94BE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829BB-E098-AC89-A103-E61DC0BF6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0EB6BE-0B49-40B9-8960-E9FF9299ACEA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AD2FC-E785-9A48-6DFE-015CC3BC9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70A0A-12A1-461B-FCE7-8CBFB0686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B7E45-6A6F-4F5B-83BD-139C1ECAE7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448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71C2204-38D3-0EA4-2F2C-FAA2ADA67B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5243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EC7ADB-A579-6A36-DFB6-E07910DBCE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550" y="1751331"/>
            <a:ext cx="11328400" cy="4457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DE" sz="1800" dirty="0">
                <a:latin typeface="Arial" panose="020B0604020202020204" pitchFamily="34" charset="0"/>
                <a:cs typeface="Arial" panose="020B0604020202020204" pitchFamily="34" charset="0"/>
              </a:rPr>
              <a:t>are assisting the Performance Management team in Global Sales and have been asked to put together a Data Pack on key figures for the performance of GNP segment. These insights will be shared in the Workshop and your findings will be presented.</a:t>
            </a:r>
          </a:p>
          <a:p>
            <a:endParaRPr lang="en-US" sz="2000" dirty="0"/>
          </a:p>
          <a:p>
            <a:pPr marL="0" indent="0">
              <a:spcBef>
                <a:spcPct val="0"/>
              </a:spcBef>
              <a:buNone/>
            </a:pP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Please prepare a </a:t>
            </a:r>
            <a:r>
              <a:rPr lang="en-US" sz="1800" u="sng" dirty="0">
                <a:latin typeface="Arial" panose="020B0604020202020204" pitchFamily="34" charset="0"/>
                <a:cs typeface="Arial" panose="020B0604020202020204" pitchFamily="34" charset="0"/>
              </a:rPr>
              <a:t>number-focused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presentation 2 – 3 slides (~ </a:t>
            </a:r>
            <a:r>
              <a:rPr lang="en-DE" sz="18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min), which includes </a:t>
            </a:r>
            <a:r>
              <a:rPr lang="en-DE" sz="1800" dirty="0">
                <a:latin typeface="Arial" panose="020B0604020202020204" pitchFamily="34" charset="0"/>
                <a:cs typeface="Arial" panose="020B0604020202020204" pitchFamily="34" charset="0"/>
              </a:rPr>
              <a:t>but is not limited to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following information: </a:t>
            </a:r>
          </a:p>
          <a:p>
            <a:pPr marL="380990" indent="-380990">
              <a:buFont typeface="Wingdings" panose="05000000000000000000" pitchFamily="2" charset="2"/>
              <a:buChar char="§"/>
            </a:pPr>
            <a:r>
              <a:rPr lang="en-DE" sz="1800" dirty="0">
                <a:latin typeface="Arial" panose="020B0604020202020204" pitchFamily="34" charset="0"/>
                <a:cs typeface="Arial" panose="020B0604020202020204" pitchFamily="34" charset="0"/>
              </a:rPr>
              <a:t>How have the volumes developed for the GNP segment? (Overall, Per Region, Per Customer, Per Month, Per Quarter, Per Year etc.) </a:t>
            </a:r>
          </a:p>
          <a:p>
            <a:pPr marL="380990" indent="-380990">
              <a:buFont typeface="Wingdings" panose="05000000000000000000" pitchFamily="2" charset="2"/>
              <a:buChar char="§"/>
            </a:pPr>
            <a:r>
              <a:rPr lang="en-DE" sz="1800" dirty="0">
                <a:latin typeface="Arial" panose="020B0604020202020204" pitchFamily="34" charset="0"/>
                <a:cs typeface="Arial" panose="020B0604020202020204" pitchFamily="34" charset="0"/>
              </a:rPr>
              <a:t>How have the volumes developed for each GNP Customer?</a:t>
            </a:r>
          </a:p>
          <a:p>
            <a:pPr marL="380990" indent="-380990"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</a:t>
            </a:r>
            <a:r>
              <a:rPr lang="en-DE" sz="1800" dirty="0">
                <a:latin typeface="Arial" panose="020B0604020202020204" pitchFamily="34" charset="0"/>
                <a:cs typeface="Arial" panose="020B0604020202020204" pitchFamily="34" charset="0"/>
              </a:rPr>
              <a:t>ere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do you see as opportunities for close performance monitoring in 2025?</a:t>
            </a:r>
          </a:p>
          <a:p>
            <a:pPr marL="380990" indent="-380990">
              <a:buFont typeface="Wingdings" panose="05000000000000000000" pitchFamily="2" charset="2"/>
              <a:buChar char="§"/>
            </a:pPr>
            <a:r>
              <a:rPr lang="en-DE" sz="1800" dirty="0">
                <a:latin typeface="Arial" panose="020B0604020202020204" pitchFamily="34" charset="0"/>
                <a:cs typeface="Arial" panose="020B0604020202020204" pitchFamily="34" charset="0"/>
              </a:rPr>
              <a:t>Any additional Comparison that you would like to do and show.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6165E4-0A3E-EA76-6509-D905F7B5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117475"/>
            <a:ext cx="10515600" cy="1325563"/>
          </a:xfrm>
        </p:spPr>
        <p:txBody>
          <a:bodyPr vert="horz">
            <a:normAutofit/>
          </a:bodyPr>
          <a:lstStyle/>
          <a:p>
            <a:r>
              <a:rPr lang="en-DE" sz="3000" b="1" dirty="0">
                <a:latin typeface="Arial" panose="020B0604020202020204" pitchFamily="34" charset="0"/>
                <a:cs typeface="Arial" panose="020B0604020202020204" pitchFamily="34" charset="0"/>
              </a:rPr>
              <a:t>Case Study</a:t>
            </a:r>
            <a:endParaRPr lang="en-GB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6FD89-DFC4-65BA-C6F1-8B26CBAEF6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sz="2200" b="1" dirty="0">
                <a:latin typeface="Arial" panose="020B0604020202020204" pitchFamily="34" charset="0"/>
                <a:cs typeface="Arial" panose="020B0604020202020204" pitchFamily="34" charset="0"/>
              </a:rPr>
              <a:t>Analysing the Performance of GNP Customers for Global Sales Workshop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46837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think-cell Slide</vt:lpstr>
      <vt:lpstr>Case Study</vt:lpstr>
    </vt:vector>
  </TitlesOfParts>
  <Company>Hapag-Lloyd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Hussain, Ibrar</dc:creator>
  <cp:lastModifiedBy>Hussain, Ibrar</cp:lastModifiedBy>
  <cp:revision>1</cp:revision>
  <dcterms:created xsi:type="dcterms:W3CDTF">2025-07-09T09:47:10Z</dcterms:created>
  <dcterms:modified xsi:type="dcterms:W3CDTF">2025-07-09T09:49:21Z</dcterms:modified>
</cp:coreProperties>
</file>